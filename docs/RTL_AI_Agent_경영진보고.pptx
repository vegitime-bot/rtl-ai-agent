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228600" cy="1737360"/>
          </a:xfrm>
          <a:prstGeom prst="rect">
            <a:avLst/>
          </a:prstGeom>
          <a:solidFill>
            <a:srgbClr val="E2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2560320"/>
            <a:ext cx="11960352" cy="1737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 기반 RTL 자동 생성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8EE"/>
                </a:solidFill>
              </a:rPr>
              <a:t>반도체 설계 생산성 혁신을 위한 AI Agent 도입 제안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99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반도체 설계팀 | 2026.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E2B94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문제 정의 — 현재 RTL 수정 작업의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반복적·수작업 중심의 현행 프로세스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21208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1188720"/>
            <a:ext cx="60350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📋  현행 프로세스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3444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</a:rPr>
              <a:t>⚠️  핵심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① 스펙 변경 문서 수신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042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② 엔지니어가 수작업으로 스펙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2549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③ 기존 RTL 코드 탐색 및 영향 범위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467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④ 직접 RTL 수정 · 코딩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67911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⑤ 코드 리뷰 및 검증 반복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⑥ 완료까지 수일~수주 소요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7830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⏱  반복 수정에 엔지니어 공수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3042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🔍  변경 영향 범위 파악 누락 위험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82549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📄  스펙과 코드 불일치 오류 다수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34670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🔄  검토·수정 루프 반복으로 지연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867911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💸  숙련 엔지니어 시간 낭비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3891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📈  설계 복잡도 증가 → 문제 심화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솔루션 개요 — AI Agent 기반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스펙을 이해하고 스스로 RTL을 생성하는 지능형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280160"/>
            <a:ext cx="6309360" cy="91440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스펙 변경 입력  →  AI Agent  →  검증된 RTL 자동 출력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87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🧠  스펙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71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알고리즘·uArch 변경 내용을
AI가 자동으로 분석·해석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42316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487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🔗  구조 추론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71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신호 인과관계 그래프를 통해
변경 영향 범위를 정밀 파악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423160"/>
            <a:ext cx="365760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871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⚙️  코드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LLM이 분석 결과를 바탕으로
올바른 RTL을 자동 생성·검증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1640312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🎯  기대 효과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✅  수일 걸리던 RTL 수정 → 수십 분 이내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23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✅  스펙 누락·오역 등 인적 오류 대폭 감소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120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✅  숙련 엔지니어를 고부가 설계 업무에 집중 투입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623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✅  설계 복잡도 증가에도 일관된 품질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시스템 동작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입력부터 검증된 RTL 출력까지 4단계 자동화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743200" cy="41148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45920"/>
            <a:ext cx="274320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입력 수신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860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기존 RTL
변경 스펙(uArch)
알고리즘 변경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68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B94B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234440"/>
            <a:ext cx="2743200" cy="41148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645920"/>
            <a:ext cx="274320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분석 · 이해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2860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RTL 구조 파싱
신호 관계 그래프 구축
알고리즘 변경점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468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B94B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234440"/>
            <a:ext cx="2743200" cy="41148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645920"/>
            <a:ext cx="274320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AI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22860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스펙 분석 Agent
변경 계획 수립 Agent
LLM 기반 RTL 코드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24688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2B94B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234440"/>
            <a:ext cx="2743200" cy="41148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4" y="1645920"/>
            <a:ext cx="2743200" cy="3291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17190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2B94B"/>
                </a:solidFill>
              </a:rPr>
              <a:t>검증 ·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286000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신호 구조 자동 검증
불일치 시 자동 재생성
최종 RTL 파일 출력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120640"/>
            <a:ext cx="117317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기존: 엔지니어가 스펙 해석 → 수동 코딩 → 리뷰 반복 (수일 소요)
신규: AI가 스펙을 직접 이해 → 자동 코드 생성 → 자동 검증 (수십 분 이내)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기술 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단순 코드 생성이 아닌 '설계 의도를 이해하는'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760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🔗  신호 인과관계 지식 그래프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RTL 내 모든 신호의 연결 관계를 그래프 DB로 구축.
변경 시 영향 받는 신호를 자동으로 추적해 LLM에 전달.
단순 텍스트 이해를 넘어 설계 구조를 기반으로 코드 생성.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760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📚  스펙 의미 검색 (Vector 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uArch 스펙 문서를 의미 단위로 분할·인덱싱.
변경 내용과 관련된 스펙 조각을 자동으로 검색·주입.
방대한 문서 중 필요한 맥락만 정확히 LLM에 전달.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11880"/>
            <a:ext cx="5760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🔄  검증 실패 시 자동 재생성 루프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062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생성된 RTL의 신호 구조가 스펙과 일치하는지 자동 검증.
불일치 발생 시 실패 원인을 AI에게 피드백 → 자동 재시도.
사람 개입 없이 합격 기준을 만족할 때까지 반복.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611880"/>
            <a:ext cx="5760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📐  변경 영향 범위 기반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전체 RTL이 아닌 변경에 영향 받는 부분만 선택적 처리.
대형 RTL에서도 LLM 컨텍스트 한계 없이 안정적 동작.
정밀 타겟팅으로 불필요한 코드 변경 최소화.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현재 상태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핵심 파이프라인 완성 — 고도화 단계 진입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📍 현재 완료된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RTL 파싱 및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7568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신호 인과관계 그래프 (Neo4j)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511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알고리즘 변경 자동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2666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스펙 의미 검색 (Vector RAG)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60020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LLM 기반 RTL 코드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07568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인과관계 기반 자동 검증 루프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5117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대형 RTL 대응 (청크 최적화)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02666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CC71"/>
                </a:solidFill>
              </a:rPr>
              <a:t>✅  멀티 파일 입력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143000"/>
            <a:ext cx="36576" cy="438912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4B"/>
                </a:solidFill>
              </a:rPr>
              <a:t>🚀 향후 고도화 방향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691640"/>
            <a:ext cx="731520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7830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1
(단기)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7373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시뮬레이션 연동
— 기능 검증 자동화 추가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926080"/>
            <a:ext cx="731520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0175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
(중기)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971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다국어 스펙 지원
— 자연어 스펙 직접 입력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160520"/>
            <a:ext cx="731520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3
(장기)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2062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설계 플랫폼 통합
— EDA 툴체인 직접 연동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기대 효과 및 비즈니스 임팩트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E"/>
                </a:solidFill>
              </a:rPr>
              <a:t>생산성·품질·경쟁력 세 축의 동시 향상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7432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B94B"/>
                </a:solidFill>
              </a:rPr>
              <a:t>설계 사이클
단축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06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수일 → 수십 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E"/>
                </a:solidFill>
              </a:rPr>
              <a:t>RTL 수정 리드타임 대폭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234440"/>
            <a:ext cx="27432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B94B"/>
                </a:solidFill>
              </a:rPr>
              <a:t>인적 오류
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606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스펙 누락·오역
자동 차단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E"/>
                </a:solidFill>
              </a:rPr>
              <a:t>검증 루프로 품질 보증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234440"/>
            <a:ext cx="27432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B94B"/>
                </a:solidFill>
              </a:rPr>
              <a:t>엔지니어
역할 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606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반복 코딩
→ 고부가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E"/>
                </a:solidFill>
              </a:rPr>
              <a:t>핵심 인력 효율 극대화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44584" y="1234440"/>
            <a:ext cx="2743200" cy="4389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9659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B94B"/>
                </a:solidFill>
              </a:rPr>
              <a:t>설계 복잡도
대응력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606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규모 증가에도
일관된 성능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0D8EE"/>
                </a:solidFill>
              </a:rPr>
              <a:t>경쟁사 대비 민첩성 확보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74320" cy="2286000"/>
          </a:xfrm>
          <a:prstGeom prst="rect">
            <a:avLst/>
          </a:prstGeom>
          <a:solidFill>
            <a:srgbClr val="E2B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286000"/>
            <a:ext cx="11914632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요청 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8EE"/>
                </a:solidFill>
              </a:rPr>
              <a:t>본 AI Agent 시스템의 사내 도입 및 고도화를 위한
추가 개발 리소스 및 인프라 지원을 요청드립니다.
단계적 도입을 통해 빠른 ROI 실현이 가능합니다.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996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E"/>
                </a:solidFill>
              </a:rPr>
              <a:t>반도체 설계팀 | 2026.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996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E2B94B"/>
                </a:solidFill>
              </a:rPr>
              <a:t>AI 기반 RTL 자동 생성 시스템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파이프라인 흐름 — 단계별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8EE"/>
                </a:solidFill>
              </a:rPr>
              <a:t>4단계: 입력 수신 → 분석·빌드 → AI 추론·생성 → 검증·출력</a:t>
            </a:r>
          </a:p>
        </p:txBody>
      </p:sp>
      <p:pic>
        <p:nvPicPr>
          <p:cNvPr id="6" name="Picture 5" descr="diagra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0120"/>
            <a:ext cx="11823192" cy="5806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핵심 기술 컨셉 — AI Agent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D8EE"/>
                </a:solidFill>
              </a:rPr>
              <a:t>신호 인과관계 그래프 × Vector RAG × LLM 오케스트레이션</a:t>
            </a:r>
          </a:p>
        </p:txBody>
      </p:sp>
      <p:pic>
        <p:nvPicPr>
          <p:cNvPr id="6" name="Picture 5" descr="diagram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60120"/>
            <a:ext cx="11823192" cy="5806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F3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